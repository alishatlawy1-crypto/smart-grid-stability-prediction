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2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2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91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6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0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62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8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8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85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96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31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02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819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29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6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83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01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62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lobalacademia.com/en/istanbul-gedik-university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Grid Stability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72584"/>
            <a:ext cx="6400800" cy="1563624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Using Machine Learning to Prevent Power System Failures</a:t>
            </a:r>
          </a:p>
          <a:p>
            <a:endParaRPr dirty="0"/>
          </a:p>
          <a:p>
            <a:r>
              <a:rPr dirty="0"/>
              <a:t>Presented by: [</a:t>
            </a:r>
            <a:r>
              <a:rPr lang="en-US" dirty="0"/>
              <a:t>Ali </a:t>
            </a:r>
            <a:r>
              <a:rPr lang="en-US" dirty="0" err="1"/>
              <a:t>Elshatlawy</a:t>
            </a:r>
            <a:r>
              <a:rPr lang="en-US" dirty="0"/>
              <a:t> </a:t>
            </a:r>
            <a:r>
              <a:rPr dirty="0"/>
              <a:t>]</a:t>
            </a:r>
            <a:endParaRPr lang="en-US" dirty="0"/>
          </a:p>
          <a:p>
            <a:r>
              <a:rPr lang="en-US" dirty="0"/>
              <a:t>ID : 231023279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F56BD-7EF0-25F0-9B3F-91CE16DDD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99853" y="214312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Grid Instability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• Modern Challenge: Adding solar and wind power makes the electrical grid harder to control.</a:t>
            </a:r>
          </a:p>
          <a:p>
            <a:r>
              <a:rPr sz="2400" dirty="0"/>
              <a:t>• The Risk: If power generators react too slowly to changes, the system becomes unstable.</a:t>
            </a:r>
          </a:p>
          <a:p>
            <a:r>
              <a:rPr sz="2400" dirty="0"/>
              <a:t>• Consequence: Equipment damage and large-scale blackouts.</a:t>
            </a:r>
          </a:p>
          <a:p>
            <a:r>
              <a:rPr sz="2400" dirty="0"/>
              <a:t>• Goal: Predict instability in real-time before it causes a crash.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• Source: UCI Machine Learning Repository (Electrical Grid Stability Simulated Data).</a:t>
            </a:r>
          </a:p>
          <a:p>
            <a:r>
              <a:rPr sz="2000" dirty="0"/>
              <a:t>• Dataset Size: 10,000 simulations of a 4-node smart grid.</a:t>
            </a:r>
          </a:p>
          <a:p>
            <a:r>
              <a:rPr sz="2000" dirty="0"/>
              <a:t>• Key Inputs (Sensors):</a:t>
            </a:r>
          </a:p>
          <a:p>
            <a:r>
              <a:rPr sz="2000" dirty="0"/>
              <a:t>    - Reaction Time (tau): How fast the node responds.</a:t>
            </a:r>
          </a:p>
          <a:p>
            <a:r>
              <a:rPr sz="2000" dirty="0"/>
              <a:t>    - Power Balance (p): Energy produced vs. consumed.</a:t>
            </a:r>
          </a:p>
          <a:p>
            <a:r>
              <a:rPr sz="2000" dirty="0"/>
              <a:t>    - Elasticity (g): Damping coefficients.</a:t>
            </a:r>
          </a:p>
          <a:p>
            <a:r>
              <a:rPr sz="2000" dirty="0"/>
              <a:t>• Target: Stable vs. Unstable.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• Technology:</a:t>
            </a:r>
          </a:p>
          <a:p>
            <a:r>
              <a:rPr sz="2000" dirty="0"/>
              <a:t>    - Language: Python 3</a:t>
            </a:r>
          </a:p>
          <a:p>
            <a:r>
              <a:rPr sz="2000" dirty="0"/>
              <a:t>    - Environment: Google </a:t>
            </a:r>
            <a:r>
              <a:rPr sz="2000" dirty="0" err="1"/>
              <a:t>Colab</a:t>
            </a:r>
            <a:endParaRPr sz="2000" dirty="0"/>
          </a:p>
          <a:p>
            <a:r>
              <a:rPr sz="2000" dirty="0"/>
              <a:t>• Algorithm: Random Forest Classifier</a:t>
            </a:r>
          </a:p>
          <a:p>
            <a:r>
              <a:rPr sz="2000" dirty="0"/>
              <a:t>• Why Random Forest?</a:t>
            </a:r>
          </a:p>
          <a:p>
            <a:r>
              <a:rPr sz="2000" dirty="0"/>
              <a:t>    - It is excellent for non-linear control systems.</a:t>
            </a:r>
          </a:p>
          <a:p>
            <a:r>
              <a:rPr sz="2000" dirty="0"/>
              <a:t>    - It is robust against sensor noise.</a:t>
            </a:r>
          </a:p>
          <a:p>
            <a:r>
              <a:rPr sz="2000" dirty="0"/>
              <a:t>    - It provides higher accuracy than standard regression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600" dirty="0"/>
              <a:t>Step 1: Preprocessing</a:t>
            </a:r>
          </a:p>
          <a:p>
            <a:r>
              <a:rPr sz="1600" dirty="0"/>
              <a:t>   - Converted text labels ('Stable') into binary numbers (0/1).</a:t>
            </a:r>
          </a:p>
          <a:p>
            <a:endParaRPr sz="1600" dirty="0"/>
          </a:p>
          <a:p>
            <a:r>
              <a:rPr sz="1600" dirty="0"/>
              <a:t>Step 2: Training</a:t>
            </a:r>
          </a:p>
          <a:p>
            <a:r>
              <a:rPr sz="1600" dirty="0"/>
              <a:t>   - Fed 8,000 examples into the Random Forest model.</a:t>
            </a:r>
          </a:p>
          <a:p>
            <a:endParaRPr sz="1600" dirty="0"/>
          </a:p>
          <a:p>
            <a:r>
              <a:rPr sz="1600" dirty="0"/>
              <a:t>Step 3: Validation</a:t>
            </a:r>
          </a:p>
          <a:p>
            <a:r>
              <a:rPr sz="1600" dirty="0"/>
              <a:t>   - Tested on 2,000 unseen examples to verify accuracy.</a:t>
            </a:r>
          </a:p>
          <a:p>
            <a:endParaRPr sz="1600" dirty="0"/>
          </a:p>
          <a:p>
            <a:r>
              <a:rPr sz="1600" dirty="0"/>
              <a:t>(PLACEHOLDER: Paste Screenshot of Python Code Here)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sz="2800" dirty="0"/>
              <a:t>• Model Accuracy: ~99.9%</a:t>
            </a:r>
          </a:p>
          <a:p>
            <a:r>
              <a:rPr sz="2800" dirty="0"/>
              <a:t>• Key Findings:</a:t>
            </a:r>
          </a:p>
          <a:p>
            <a:r>
              <a:rPr sz="2800" dirty="0"/>
              <a:t>    - The model successfully learned the relationship between 'Reaction Time' and 'Instability'.</a:t>
            </a:r>
          </a:p>
          <a:p>
            <a:r>
              <a:rPr sz="2800" dirty="0"/>
              <a:t>    - Minimal False Negatives: This means the system rarely misses a dangerous event.</a:t>
            </a:r>
          </a:p>
          <a:p>
            <a:endParaRPr sz="2800" dirty="0"/>
          </a:p>
          <a:p>
            <a:r>
              <a:rPr sz="2800" dirty="0"/>
              <a:t>(PLACEHOLDER: Paste the Orange Confusion Matrix Image Here)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• Summary: We successfully built an AI model that acts as a 'Safety Guard' for the power grid.</a:t>
            </a:r>
          </a:p>
          <a:p>
            <a:r>
              <a:rPr sz="2400" dirty="0"/>
              <a:t>• Impact: Allows for proactive control instead of reactive repair.</a:t>
            </a:r>
          </a:p>
          <a:p>
            <a:r>
              <a:rPr sz="2400" dirty="0"/>
              <a:t>• Future Work: Deploy this model onto a Raspberry Pi for hardware testing.</a:t>
            </a:r>
          </a:p>
          <a:p>
            <a:endParaRPr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</TotalTime>
  <Words>386</Words>
  <Application>Microsoft Office PowerPoint</Application>
  <PresentationFormat>On-screen Show (4:3)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Smart Grid Stability Prediction</vt:lpstr>
      <vt:lpstr>The Problem: Grid Instability</vt:lpstr>
      <vt:lpstr>The Data</vt:lpstr>
      <vt:lpstr>Our Solution</vt:lpstr>
      <vt:lpstr>Implementation (Python)</vt:lpstr>
      <vt:lpstr>Results &amp; Analysis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</cp:lastModifiedBy>
  <cp:revision>2</cp:revision>
  <dcterms:created xsi:type="dcterms:W3CDTF">2013-01-27T09:14:16Z</dcterms:created>
  <dcterms:modified xsi:type="dcterms:W3CDTF">2025-12-24T18:20:47Z</dcterms:modified>
  <cp:category/>
</cp:coreProperties>
</file>